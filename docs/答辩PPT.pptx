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61520" cy="54864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驱动的研发质量前置平台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从需求体检到测试用例自动生成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狄耐克首届 AI 应用创新大赛  ·  办公效率赛道  ·  测试部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痛点：质量在提测后才补救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问题在测试，根因在需求；补救在提测后，成本在提测前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测试用例编写占测试部工时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角色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一个需求返工平均消耗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41248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PRD→研发→测试 全链路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206240"/>
            <a:ext cx="10332720" cy="128016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389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提测后才发现需求歧义、边界缺失、异常未定义 → 全链路返工。如果提测前就能发现，这笔账就省了。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方案：把质量前置到需求阶段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不是给测试加工具，是把质量前置——三个角色各取所需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产品自检需求  ·  研发提测自带用例  ·  测试专注探索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514600" y="274320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需求体检 / 测试点提取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80560" y="274320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用例生成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46520" y="274320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3816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412480" y="274320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脚本生成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0412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378440" y="274320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37844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知识库沉淀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左侧产品上传 PRD，中间 AI 处理，右侧输出体检报告与可执行用例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①  需求 → 用例 全流程闭环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18488"/>
            <a:ext cx="457200" cy="45720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需求解析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89120" y="1463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md/txt/docx/pdf/图片/Axure .rp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578608"/>
            <a:ext cx="457200" cy="45720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423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测试点提取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120" y="2423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六类：功能/边界/异常/性能/安全/隐式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538728"/>
            <a:ext cx="457200" cy="45720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383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用例生成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389120" y="33832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编号规则 + 前置/步骤/预期齐全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498848"/>
            <a:ext cx="457200" cy="45720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343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用例评审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389120" y="4343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 + AI 补全 + 人工反馈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5303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458968"/>
            <a:ext cx="457200" cy="45720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458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5303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脚本生成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389120" y="5303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pytest/api/ui/android/ios + 模板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②  设计技术标签化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让测试设计方法论进入 AI，而非凭感觉生成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91440" cy="914400"/>
          </a:xfrm>
          <a:prstGeom prst="rect">
            <a:avLst/>
          </a:prstGeom>
          <a:solidFill>
            <a:srgbClr val="67C23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equivalence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828800"/>
            <a:ext cx="91440" cy="914400"/>
          </a:xfrm>
          <a:prstGeom prst="rect">
            <a:avLst/>
          </a:prstGeom>
          <a:solidFill>
            <a:srgbClr val="E6A23C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828800"/>
            <a:ext cx="91440" cy="91440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decision_table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1828800"/>
            <a:ext cx="91440" cy="91440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状态迁移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state_transition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017520"/>
            <a:ext cx="91440" cy="914400"/>
          </a:xfrm>
          <a:prstGeom prst="rect">
            <a:avLst/>
          </a:prstGeom>
          <a:solidFill>
            <a:srgbClr val="67C23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30175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3017520"/>
            <a:ext cx="91440" cy="914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正交表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74904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orthogonal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0175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017520"/>
            <a:ext cx="91440" cy="914400"/>
          </a:xfrm>
          <a:prstGeom prst="rect">
            <a:avLst/>
          </a:prstGeom>
          <a:solidFill>
            <a:srgbClr val="F56C6C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错误推测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37960" y="3520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error_guessing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57200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边界值类必须覆盖上下界 · 等价类必须有效+无效各一条 · 判定表覆盖各组合分支 —— 让方法论指导取值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③  需求质量体检  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PRD → 30 秒出体检报告，把质量前置到需求阶段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5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登录注册 PRD 实测评分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2011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E6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32918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需求质量问题（6 类）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2011680"/>
            <a:ext cx="5577840" cy="201168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2011680"/>
            <a:ext cx="91440" cy="2011680"/>
          </a:xfrm>
          <a:prstGeom prst="rect">
            <a:avLst/>
          </a:prstGeom>
          <a:solidFill>
            <a:srgbClr val="F56C6C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1945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揪出真矛盾：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『未勾选协议时，一条需求写「按钮拦截」，另一条写「按钮置灰」，自相矛盾。』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这种问题不到提测根本没人发现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7548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754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产品上传 PRD 就能用 —— 影响面从测试部 20 人，扩到全研发链条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技术架构：LLM + RAG + 多智能体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不是套壳，是四套模型协同 + 测试方法论注入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91640" y="1783080"/>
            <a:ext cx="640080" cy="64008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需求解析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多格式文档 → 结构化需求 + 业务流程图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6459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783080"/>
            <a:ext cx="640080" cy="64008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测试点提取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 + 设计技术标签 + 隐式场景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9480" y="1783080"/>
            <a:ext cx="640080" cy="64008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用例生成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知识增强 + 编号规则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6459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0" y="1783080"/>
            <a:ext cx="640080" cy="64008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54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用例评审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3544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 + AI 补全 + 反馈闭环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73152" cy="41148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2608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Qwen2.5（云端优先 + 本地 Ollama 兜底）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389120"/>
            <a:ext cx="73152" cy="41148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389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视觉模型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2608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Qwen3-VL（原型图/设计稿解析）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4937760"/>
            <a:ext cx="73152" cy="41148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26080" y="4937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BGE-M3 + Milvus/Chroma（混合检索）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" y="5486400"/>
            <a:ext cx="73152" cy="41148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5486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26080" y="5486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Vue + MySQL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现场演示（3 分钟）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数据预跑好，现场只点按钮看结果，不实时生成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 1：需求体检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切到产品经理账号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上传「登录与注册.md」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30 秒出 52 分报告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指着「未勾选协议矛盾」那条讲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5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亮点：产品也能用，影响面扩到全研发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28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 2：用例生成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切回管理员账号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选项目 → AI 生成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展示测试点（带设计技术标签）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点开用例（前置/步骤/预期齐全）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67C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生成脚本 + 导出 Excel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数据与成效：真实业务跑出来的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demo 玩具，数据都在库里，可查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测试点（真实业务）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7C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份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48056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真实需求文档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知识库向量 chunks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提效对比（某需求 20 条用例）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人工编写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663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6C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2 小时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平台生成 + 微调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663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7C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10 分钟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029200" y="4480560"/>
            <a:ext cx="1371600" cy="0"/>
          </a:xfrm>
          <a:prstGeom prst="line">
            <a:avLst/>
          </a:prstGeom>
          <a:noFill/>
          <a:ln w="25400">
            <a:solidFill>
              <a:srgbClr val="409EFF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029200" y="4297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多角色协作：一个平台，三种视角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个角色覆盖全研发链条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103120"/>
            <a:ext cx="731520" cy="731520"/>
          </a:xfrm>
          <a:prstGeom prst="ellipse">
            <a:avLst/>
          </a:prstGeom>
          <a:solidFill>
            <a:srgbClr val="F56C6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全部权限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2103120"/>
            <a:ext cx="731520" cy="731520"/>
          </a:xfrm>
          <a:prstGeom prst="ellipse">
            <a:avLst/>
          </a:prstGeom>
          <a:solidFill>
            <a:srgbClr val="E6A23C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+ 生成 + 统计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409EFF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测试工程师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全流程用例生成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01000" y="2103120"/>
            <a:ext cx="731520" cy="731520"/>
          </a:xfrm>
          <a:prstGeom prst="ellipse">
            <a:avLst/>
          </a:prstGeom>
          <a:solidFill>
            <a:srgbClr val="67C23A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需求体检 + 知识库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01200" y="1828800"/>
            <a:ext cx="2103120" cy="27432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87000" y="2103120"/>
            <a:ext cx="731520" cy="7315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70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60120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需求体检 + 提测脚本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和直接用 ChatGPT 生成用例有啥不同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91440" cy="91440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11680" y="1645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嵌入式垂直场景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懂楼宇对讲/智能家居/中控屏的测试方法论，不是通用模板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697480"/>
            <a:ext cx="91440" cy="91440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11680" y="2788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设计技术标签化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11680" y="31546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让测试设计方法论进 AI，而非凭感觉生成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91440" cy="91440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40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011680" y="3931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需求质量体检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011680" y="42976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从「生成用例」升级到「需求前置体检」，影响面扩到全研发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9834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983480"/>
            <a:ext cx="91440" cy="91440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983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011680" y="5074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三方对照 UI 走查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011680" y="54406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原型图 + 需求文本 + APP 截图，已验证链路通，待工程化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展望：让质量真正闭环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这不是终点，是起点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3474720" cy="9144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走查工程化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 vs APP 自动对比，已验证链路通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743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80560" y="201168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2011680"/>
            <a:ext cx="3474720" cy="9144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执行闭环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3474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→ 在线运行 → 报告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0" y="274320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0" y="201168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2011680"/>
            <a:ext cx="3474720" cy="9144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质量数据反哺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03920" y="34747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质量数据驱动产品迭代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把质量【前置】到需求阶段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把测试【方法论】注入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把平台【扩展】到全研发链条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10698480" cy="4572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09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我们做的不是工具，是让质量在源头发生。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测试部 · 大梦一场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120640" y="4754880"/>
            <a:ext cx="1920240" cy="4572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驱动的研发质量前置平台</dc:title>
  <dc:subject>PptxGenJS Presentation</dc:subject>
  <dc:creator>测试部</dc:creator>
  <cp:lastModifiedBy>测试部</cp:lastModifiedBy>
  <cp:revision>1</cp:revision>
  <dcterms:created xsi:type="dcterms:W3CDTF">2026-10-10T03:09:57Z</dcterms:created>
  <dcterms:modified xsi:type="dcterms:W3CDTF">2026-10-10T03:09:57Z</dcterms:modified>
</cp:coreProperties>
</file>